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0A3D4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120640"/>
            <a:ext cx="2926080" cy="29260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760720"/>
            <a:ext cx="1645920" cy="1645920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 •  PROJECT 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9326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 Asset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to register, allocate, track, maintain and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sustainably dispose of an organization's electronic assets.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577840"/>
            <a:ext cx="2080260" cy="384048"/>
          </a:xfrm>
          <a:prstGeom prst="roundRect">
            <a:avLst>
              <a:gd name="adj" fmla="val 50000"/>
            </a:avLst>
          </a:prstGeom>
          <a:solidFill>
            <a:srgbClr val="0A3D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577840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Registration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7812" y="5577840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0A3D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7812" y="557784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Allocation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4628" y="55778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A3D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4628" y="5577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Tracking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89420" y="5577840"/>
            <a:ext cx="1312164" cy="384048"/>
          </a:xfrm>
          <a:prstGeom prst="roundRect">
            <a:avLst>
              <a:gd name="adj" fmla="val 50000"/>
            </a:avLst>
          </a:prstGeom>
          <a:solidFill>
            <a:srgbClr val="0A3D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9420" y="5577840"/>
            <a:ext cx="1312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66176" y="5577840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0A3D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557784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Mgmt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38944" y="5577840"/>
            <a:ext cx="928116" cy="384048"/>
          </a:xfrm>
          <a:prstGeom prst="roundRect">
            <a:avLst>
              <a:gd name="adj" fmla="val 50000"/>
            </a:avLst>
          </a:prstGeom>
          <a:solidFill>
            <a:srgbClr val="0A3D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38944" y="5577840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of the Topic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108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device footprint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now issue and maintain hundreds of laptops, desktops, printers, and network devices across departments.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86207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2108" dirty="0"/>
          </a:p>
        </p:txBody>
      </p:sp>
      <p:sp>
        <p:nvSpPr>
          <p:cNvPr id="10" name="Text 8"/>
          <p:cNvSpPr/>
          <p:nvPr/>
        </p:nvSpPr>
        <p:spPr>
          <a:xfrm>
            <a:off x="1463040" y="281635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tracking fails at scale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318211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or paper-based records cause asset loss, duplication, and poor accountability.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03250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32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108" dirty="0"/>
          </a:p>
        </p:txBody>
      </p:sp>
      <p:sp>
        <p:nvSpPr>
          <p:cNvPr id="14" name="Text 12"/>
          <p:cNvSpPr/>
          <p:nvPr/>
        </p:nvSpPr>
        <p:spPr>
          <a:xfrm>
            <a:off x="1463040" y="398678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maintenance = downtime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435254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reminders, servicing is delayed, raising repair costs and failure rates.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2029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202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2108" dirty="0"/>
          </a:p>
        </p:txBody>
      </p:sp>
      <p:sp>
        <p:nvSpPr>
          <p:cNvPr id="18" name="Text 16"/>
          <p:cNvSpPr/>
          <p:nvPr/>
        </p:nvSpPr>
        <p:spPr>
          <a:xfrm>
            <a:off x="1463040" y="515721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E-waste compliance risk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63040" y="552297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disposal of electronics creates environmental hazards and regulatory exposure.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6053328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F4FAF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60533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digital system is essential for transparency, cost control, and sustainable IT operations.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Description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38100" dir="5400000">
              <a:srgbClr val="1B1B1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3317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98882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72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88620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centralized, web-based system to manage the complete lifecycle of an organization's electronic assets.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1688" y="192024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1B1B1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0428" y="23317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710428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2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720" dirty="0"/>
          </a:p>
        </p:txBody>
      </p:sp>
      <p:sp>
        <p:nvSpPr>
          <p:cNvPr id="12" name="Text 10"/>
          <p:cNvSpPr/>
          <p:nvPr/>
        </p:nvSpPr>
        <p:spPr>
          <a:xfrm>
            <a:off x="4590288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81728" y="388620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5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registration, allocation, real-time tracking, maintenance, and end-of-life (e-waste) disposal across all departments.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83296" y="192024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38100" dir="5400000">
              <a:srgbClr val="1B1B1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32036" y="23317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432036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720" dirty="0"/>
          </a:p>
        </p:txBody>
      </p:sp>
      <p:sp>
        <p:nvSpPr>
          <p:cNvPr id="17" name="Text 15"/>
          <p:cNvSpPr/>
          <p:nvPr/>
        </p:nvSpPr>
        <p:spPr>
          <a:xfrm>
            <a:off x="8311896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03336" y="388620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asset visibility, fewer losses, timely servicing, compliant disposal, and data-driven reporting.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vs. 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EEF1F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574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615184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1261872" y="246888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44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spreadsheet / paper-based asset 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3328416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1261872" y="3182112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44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of asset location or status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4041648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/>
          <p:nvPr/>
        </p:nvSpPr>
        <p:spPr>
          <a:xfrm>
            <a:off x="1261872" y="3895344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44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maintenance reminders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4754880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1261872" y="4608576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44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Ad-hoc, undocumented e-waste disposal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5468112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1261872" y="5321808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44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— high risk of data errors, misplaced assets, missed servicing, and compliance gaps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27000" dist="38100" dir="5400000">
              <a:srgbClr val="1B1B1B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20574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26151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839712" y="246888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web-based platform for the full asset lifecycle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33284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839712" y="3182112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via unique asset IDs / QR codes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40416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839712" y="3895344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maintenance alerts and scheduling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47548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839712" y="4608576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trackable e-waste disposal workflow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546811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839712" y="5321808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Dashboard-driven reports for accountability and audits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Inputs &amp; Outputs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1600200" y="21488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9718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details — make, model, serial number, category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37490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74904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/ department allocation requests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452628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5262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service requests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530352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53035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/ end-of-life requests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4FA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70" dirty="0"/>
          </a:p>
        </p:txBody>
      </p:sp>
      <p:sp>
        <p:nvSpPr>
          <p:cNvPr id="19" name="Text 17"/>
          <p:cNvSpPr/>
          <p:nvPr/>
        </p:nvSpPr>
        <p:spPr>
          <a:xfrm>
            <a:off x="7178040" y="21488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29718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29718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register with unique IDs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363016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363016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&amp; transfer records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3796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428853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status &amp; alerts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37960" y="494690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4946904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schedules and e-waste disposal records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37960" y="560527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12280" y="560527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reports &amp; dashboards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BREAKDOWN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Registration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new devices with unique IDs, specs, and ownership details.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5285232" y="19659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Allocation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45152" y="26517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and transfer assets to employees or departments.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421624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870" dirty="0"/>
          </a:p>
        </p:txBody>
      </p:sp>
      <p:sp>
        <p:nvSpPr>
          <p:cNvPr id="17" name="Text 15"/>
          <p:cNvSpPr/>
          <p:nvPr/>
        </p:nvSpPr>
        <p:spPr>
          <a:xfrm>
            <a:off x="9061704" y="19659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Tracking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21624" y="26517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real-time location, status, and custody of every asset.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70" dirty="0"/>
          </a:p>
        </p:txBody>
      </p:sp>
      <p:sp>
        <p:nvSpPr>
          <p:cNvPr id="22" name="Text 20"/>
          <p:cNvSpPr/>
          <p:nvPr/>
        </p:nvSpPr>
        <p:spPr>
          <a:xfrm>
            <a:off x="1508760" y="4206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Management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4892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servicing, log repairs, and track maintenance history.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16552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5152" y="4251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1870" dirty="0"/>
          </a:p>
        </p:txBody>
      </p:sp>
      <p:sp>
        <p:nvSpPr>
          <p:cNvPr id="27" name="Text 25"/>
          <p:cNvSpPr/>
          <p:nvPr/>
        </p:nvSpPr>
        <p:spPr>
          <a:xfrm>
            <a:off x="5285232" y="4206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E-Waste Management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45152" y="4892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end-of-life disposal and recycling compliance.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93024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/>
        </p:spPr>
      </p:sp>
      <p:sp>
        <p:nvSpPr>
          <p:cNvPr id="30" name="Shape 28"/>
          <p:cNvSpPr/>
          <p:nvPr/>
        </p:nvSpPr>
        <p:spPr>
          <a:xfrm>
            <a:off x="8421624" y="4251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1624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70" dirty="0"/>
          </a:p>
        </p:txBody>
      </p:sp>
      <p:sp>
        <p:nvSpPr>
          <p:cNvPr id="32" name="Text 30"/>
          <p:cNvSpPr/>
          <p:nvPr/>
        </p:nvSpPr>
        <p:spPr>
          <a:xfrm>
            <a:off x="9061704" y="4206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21624" y="4892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insights on utilization, costs, and asset health.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System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Agile, incremental delivery — each module moves through requirement analysis, design, implementation, and testing before integration.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249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7238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admins, staff &amp; asset custodians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35204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30752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039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15137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REST APIs, authentication &amp; alerts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459943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09744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828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52303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storing asset, user &amp; log records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LIFECYCLE FLOW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43900" y="2796235"/>
            <a:ext cx="1051560" cy="10515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6740" y="2796235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08903" y="3489808"/>
            <a:ext cx="1051560" cy="10515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1743" y="3489808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808903" y="4876952"/>
            <a:ext cx="1051560" cy="10515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71743" y="4876952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43900" y="5570525"/>
            <a:ext cx="1051560" cy="10515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06740" y="5570525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78897" y="4876952"/>
            <a:ext cx="1051560" cy="10515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1737" y="4876952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78897" y="3489808"/>
            <a:ext cx="1051560" cy="105156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1737" y="3489808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83880" y="43434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5C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5C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Frameworks &amp; Programming Languages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2080260" y="20848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208026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38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HTML5, CSS3, Bootstrap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5856732" y="20848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856732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380" dirty="0"/>
          </a:p>
        </p:txBody>
      </p:sp>
      <p:sp>
        <p:nvSpPr>
          <p:cNvPr id="12" name="Text 10"/>
          <p:cNvSpPr/>
          <p:nvPr/>
        </p:nvSpPr>
        <p:spPr>
          <a:xfrm>
            <a:off x="4599432" y="2834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9432" y="3154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with Express.js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33204" y="20848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9633204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380" dirty="0"/>
          </a:p>
        </p:txBody>
      </p:sp>
      <p:sp>
        <p:nvSpPr>
          <p:cNvPr id="17" name="Text 15"/>
          <p:cNvSpPr/>
          <p:nvPr/>
        </p:nvSpPr>
        <p:spPr>
          <a:xfrm>
            <a:off x="8375904" y="2834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75904" y="3154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MongoDB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2080260" y="41422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2080260" y="4142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⌸</a:t>
            </a:r>
            <a:endParaRPr lang="en-US" sz="2380" dirty="0"/>
          </a:p>
        </p:txBody>
      </p:sp>
      <p:sp>
        <p:nvSpPr>
          <p:cNvPr id="22" name="Text 20"/>
          <p:cNvSpPr/>
          <p:nvPr/>
        </p:nvSpPr>
        <p:spPr>
          <a:xfrm>
            <a:off x="822960" y="4892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Identification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/ barcode generation &amp; scanning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16552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5856732" y="41422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5856732" y="4142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380" dirty="0"/>
          </a:p>
        </p:txBody>
      </p:sp>
      <p:sp>
        <p:nvSpPr>
          <p:cNvPr id="27" name="Text 25"/>
          <p:cNvSpPr/>
          <p:nvPr/>
        </p:nvSpPr>
        <p:spPr>
          <a:xfrm>
            <a:off x="4599432" y="4892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Security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99432" y="52120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authentication, role-based access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93024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/>
        </p:spPr>
      </p:sp>
      <p:sp>
        <p:nvSpPr>
          <p:cNvPr id="30" name="Shape 28"/>
          <p:cNvSpPr/>
          <p:nvPr/>
        </p:nvSpPr>
        <p:spPr>
          <a:xfrm>
            <a:off x="9633204" y="41422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9633204" y="4142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380" dirty="0"/>
          </a:p>
        </p:txBody>
      </p:sp>
      <p:sp>
        <p:nvSpPr>
          <p:cNvPr id="32" name="Text 30"/>
          <p:cNvSpPr/>
          <p:nvPr/>
        </p:nvSpPr>
        <p:spPr>
          <a:xfrm>
            <a:off x="8375904" y="4892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75904" y="52120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on AWS / Azure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Papers &amp; 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K. Dasaklis, F. Casino, and C. Patsakis, "A Traceability and Auditing Framework for Electronic Equipment Reverse Logistics Based on Blockchain: The Case of Mobile Phones," arXiv preprint, 2020.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57860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IoT- and Cloud-Based E-Waste Management System for Resource Reclamation with a Data-Driven Decision-Making Process," MDPI Recycling, 2023.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419856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T. Nadar, G. N. Raj, S. Chandane, and S. Bhat, "Leveraging CNN and IoT for Effective E-Waste Management," arXiv preprint, 2025.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261104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"Asset Management Information and Tracking System with QR Code Based on the Human-Centred Design Method," ResearchGate, 2021.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480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5102352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"Efficient E-Waste Inventory Management through Distributed Systems: A Systematic Review of Frameworks and Strategies," Journal of Material Cycles and Waste Management, Springer, 2025.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A3D4D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377440" cy="2377440"/>
          </a:xfrm>
          <a:prstGeom prst="ellipse">
            <a:avLst/>
          </a:prstGeom>
          <a:solidFill>
            <a:srgbClr val="028090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Asset Management System  —  First Review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2026-09-06T09:05:22Z</dcterms:created>
  <dcterms:modified xsi:type="dcterms:W3CDTF">2026-09-06T09:05:22Z</dcterms:modified>
</cp:coreProperties>
</file>