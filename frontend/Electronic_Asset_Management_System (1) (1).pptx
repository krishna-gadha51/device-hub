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69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2215" y="3926322"/>
            <a:ext cx="4754880" cy="4754880"/>
          </a:xfrm>
          <a:prstGeom prst="ellipse">
            <a:avLst/>
          </a:prstGeom>
          <a:solidFill>
            <a:srgbClr val="0A3D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332720" y="5760720"/>
            <a:ext cx="1645920" cy="164592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9326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Asset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register, allocate, track, maintain and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dispose of an organization's electronic assets.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38944" y="557784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F03EF3-2FDC-4CF2-56A4-4E512EE5A0BE}"/>
              </a:ext>
            </a:extLst>
          </p:cNvPr>
          <p:cNvSpPr txBox="1"/>
          <p:nvPr/>
        </p:nvSpPr>
        <p:spPr>
          <a:xfrm>
            <a:off x="822960" y="1691640"/>
            <a:ext cx="4077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Device-Hub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of the Topic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108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Increasing Number of Electronic</a:t>
            </a:r>
            <a:r>
              <a:rPr lang="en-US" sz="1600" dirty="0"/>
              <a:t> </a:t>
            </a:r>
            <a:r>
              <a:rPr lang="en-US" sz="1600" b="1" dirty="0"/>
              <a:t>Assets</a:t>
            </a:r>
            <a:endParaRPr lang="en-US" sz="1700" b="1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Colleges use many laptops, desktops, projectors, printers, monitors and other electronic devices, making proper asset management important</a:t>
            </a: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2108" dirty="0"/>
          </a:p>
        </p:txBody>
      </p:sp>
      <p:sp>
        <p:nvSpPr>
          <p:cNvPr id="10" name="Text 8"/>
          <p:cNvSpPr/>
          <p:nvPr/>
        </p:nvSpPr>
        <p:spPr>
          <a:xfrm>
            <a:off x="1463040" y="28163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tracking fails at scale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Paper records and spreadsheets make it difficult to know the </a:t>
            </a:r>
            <a:r>
              <a:rPr lang="en-US" sz="1400" b="1" dirty="0"/>
              <a:t>current location, user, condition and availability</a:t>
            </a:r>
            <a:r>
              <a:rPr lang="en-US" sz="1400" dirty="0"/>
              <a:t> of each device.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3250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108" dirty="0"/>
          </a:p>
        </p:txBody>
      </p:sp>
      <p:sp>
        <p:nvSpPr>
          <p:cNvPr id="14" name="Text 12"/>
          <p:cNvSpPr/>
          <p:nvPr/>
        </p:nvSpPr>
        <p:spPr>
          <a:xfrm>
            <a:off x="1463040" y="39867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maintenance = downtime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43525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Without proper maintenance records, repairs can be missed, devices may remain unused for long periods, and maintenance costs can increase.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202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108" dirty="0"/>
          </a:p>
        </p:txBody>
      </p:sp>
      <p:sp>
        <p:nvSpPr>
          <p:cNvPr id="18" name="Text 16"/>
          <p:cNvSpPr/>
          <p:nvPr/>
        </p:nvSpPr>
        <p:spPr>
          <a:xfrm>
            <a:off x="1463040" y="51572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Proper Management of End-of-Life Devices</a:t>
            </a:r>
            <a:endParaRPr lang="en-US" sz="1700" b="1" dirty="0"/>
          </a:p>
        </p:txBody>
      </p:sp>
      <p:sp>
        <p:nvSpPr>
          <p:cNvPr id="19" name="Text 17"/>
          <p:cNvSpPr/>
          <p:nvPr/>
        </p:nvSpPr>
        <p:spPr>
          <a:xfrm>
            <a:off x="1463040" y="552297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Old or damaged electronic devices should be identified, retired and properly recorded instead of being left unmanaged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6053328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4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0533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digital system is essential for transparency, cost control, and sustainable IT operations.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9888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72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centralized, web-based system to manage the complete lifecycle of an organization's electronic assets.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92024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0428" y="23317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71042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2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720" dirty="0"/>
          </a:p>
        </p:txBody>
      </p:sp>
      <p:sp>
        <p:nvSpPr>
          <p:cNvPr id="12" name="Text 10"/>
          <p:cNvSpPr/>
          <p:nvPr/>
        </p:nvSpPr>
        <p:spPr>
          <a:xfrm>
            <a:off x="4590288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1728" y="38862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E5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registration, allocation, real-time tracking, maintenance, and end-of-life (e-waste) disposal across all departments.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32036" y="23317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432036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720" dirty="0"/>
          </a:p>
        </p:txBody>
      </p:sp>
      <p:sp>
        <p:nvSpPr>
          <p:cNvPr id="17" name="Text 15"/>
          <p:cNvSpPr/>
          <p:nvPr/>
        </p:nvSpPr>
        <p:spPr>
          <a:xfrm>
            <a:off x="8311896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03336" y="388620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asset visibility, fewer losses, timely servicing, compliant disposal, and data-driven reporting.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EEF1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615184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24688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spreadsheet / paper-based asset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328416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1261872" y="318211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of asset location or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041648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1261872" y="389534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maintenance reminders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754880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872" y="460857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Ad-hoc, undocumented e-waste disposal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5468112"/>
            <a:ext cx="109728" cy="10972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5321808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4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high risk of data errors, misplaced assets, missed servicing, and compliance gaps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028090"/>
          </a:solidFill>
          <a:ln/>
          <a:effectLst>
            <a:outerShdw blurRad="127000" dist="38100" dir="5400000" algn="bl" rotWithShape="0">
              <a:srgbClr val="1B1B1B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057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2615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24688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web-based platform for the full asset lifecycle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3284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839712" y="3182112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via unique asset IDs / QR codes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40416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839712" y="3895344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maintenance alerts and scheduling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754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839712" y="4608576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trackable e-waste disposal workflow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4681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839712" y="5321808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Dashboard-driven reports for accountability and audits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Inputs &amp; Outputs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details — make, model, serial number, category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/ department allocation requests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5262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service requests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3035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303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/ end-of-life requests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4FA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9718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2971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register with unique IDs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363016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6301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&amp; transfer records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2885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status &amp; alerts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37960" y="494690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494690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schedules and e-waste disposal records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560527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5605272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reports &amp; dashboards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BREAKDOWN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Registration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new devices with unique IDs, specs, and ownership details.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5285232" y="1965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Allocation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5152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transfer assets to employees or departments.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21624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9061704" y="1965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Tracking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21624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location, status, and custody of every asset.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1508760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Management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servicing, log repairs, and track maintenance history.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5285232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Management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45152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end-of-life disposal and recycling compliance.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421624" y="4251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1624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9061704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21624" y="48920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 on utilization, costs, and asset health.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incremental delivery — each module moves through requirement analysis, design, implementation, and testing before integration.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723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admins, staff &amp; asset custodians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3520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03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1513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REST APIs, authentication &amp; alerts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45994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09744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828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230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asset, user &amp; log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LIFECYCLE FLOW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43900" y="2796235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6740" y="2796235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08903" y="3489808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1743" y="3489808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08903" y="4876952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71743" y="4876952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43900" y="5570525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6740" y="5570525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78897" y="4876952"/>
            <a:ext cx="1051560" cy="10515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1737" y="4876952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78897" y="3489808"/>
            <a:ext cx="1051560" cy="10515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1737" y="3489808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4343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Frameworks &amp; Programming Languages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2080260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20802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HTML5, CSS3, Bootstrap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5856732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856732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38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9432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with Express.js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3204" y="20848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633204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38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5904" y="31546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2080260" y="41422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2080260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⌸</a:t>
            </a:r>
            <a:endParaRPr lang="en-US" sz="2380" dirty="0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Identification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Asset-code/QR code  generation &amp; scanning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856732" y="41422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856732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380" dirty="0"/>
          </a:p>
        </p:txBody>
      </p:sp>
      <p:sp>
        <p:nvSpPr>
          <p:cNvPr id="27" name="Text 25"/>
          <p:cNvSpPr/>
          <p:nvPr/>
        </p:nvSpPr>
        <p:spPr>
          <a:xfrm>
            <a:off x="4599432" y="4892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9432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authentication, role-based access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3204" y="41422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9633204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380" dirty="0"/>
          </a:p>
        </p:txBody>
      </p:sp>
      <p:sp>
        <p:nvSpPr>
          <p:cNvPr id="32" name="Text 30"/>
          <p:cNvSpPr/>
          <p:nvPr/>
        </p:nvSpPr>
        <p:spPr>
          <a:xfrm>
            <a:off x="8375904" y="4892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75904" y="52120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on AWS / Azure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&amp;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K. Dasaklis, F. Casino, and C. Patsakis, "A Traceability and Auditing Framework for Electronic Equipment Reverse Logistics Based on Blockchain: The Case of Mobile Phones," arXiv preprint, 2020.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IoT- and Cloud-Based E-Waste Management System for Resource Reclamation with a Data-Driven Decision-Making Process," MDPI Recycling, 2023.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419856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T. Nadar, G. N. Raj, S. Chandane, and S. Bhat, "Leveraging CNN and IoT for Effective E-Waste Management," arXiv preprint, 2025.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"Asset Management Information and Tracking System with QR Code Based on the Human-Centred Design Method," ResearchGate, 2021.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10235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"Efficient E-Waste Inventory Management through Distributed Systems: A Systematic Review of Frameworks and Strategies," Journal of Material Cycles and Waste Management, Springer, 2025.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A3D4D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377440" cy="237744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129938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771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Krishnagadha U.G</cp:lastModifiedBy>
  <cp:revision>3</cp:revision>
  <dcterms:created xsi:type="dcterms:W3CDTF">2026-09-06T09:05:22Z</dcterms:created>
  <dcterms:modified xsi:type="dcterms:W3CDTF">2026-09-06T13:58:04Z</dcterms:modified>
</cp:coreProperties>
</file>